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77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554480"/>
            <a:ext cx="4206240" cy="4206240"/>
          </a:xfrm>
          <a:prstGeom prst="ellipse">
            <a:avLst/>
          </a:prstGeom>
          <a:solidFill>
            <a:srgbClr val="285F6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749040"/>
            <a:ext cx="3017520" cy="3017520"/>
          </a:xfrm>
          <a:prstGeom prst="ellipse">
            <a:avLst/>
          </a:prstGeom>
          <a:solidFill>
            <a:srgbClr val="285F6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&amp; Implementation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C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PartSelect Chat Agent — a technical deep-dive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engineering  ·  agentic architecture  ·  grounding  ·  extensibility &amp; scalability  ·  quality engineering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285F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821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67712" y="320040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285F60"/>
          </a:solidFill>
          <a:ln/>
        </p:spPr>
      </p:sp>
      <p:sp>
        <p:nvSpPr>
          <p:cNvPr id="10" name="Text 8"/>
          <p:cNvSpPr/>
          <p:nvPr/>
        </p:nvSpPr>
        <p:spPr>
          <a:xfrm>
            <a:off x="2267712" y="31821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16 + pgvector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95344" y="320040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285F60"/>
          </a:solidFill>
          <a:ln/>
        </p:spPr>
      </p:sp>
      <p:sp>
        <p:nvSpPr>
          <p:cNvPr id="12" name="Text 10"/>
          <p:cNvSpPr/>
          <p:nvPr/>
        </p:nvSpPr>
        <p:spPr>
          <a:xfrm>
            <a:off x="3895344" y="31821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(CRA)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22976" y="320040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285F60"/>
          </a:solidFill>
          <a:ln/>
        </p:spPr>
      </p:sp>
      <p:sp>
        <p:nvSpPr>
          <p:cNvPr id="14" name="Text 12"/>
          <p:cNvSpPr/>
          <p:nvPr/>
        </p:nvSpPr>
        <p:spPr>
          <a:xfrm>
            <a:off x="5522976" y="31821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OCR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50608" y="320040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285F60"/>
          </a:solidFill>
          <a:ln/>
        </p:spPr>
      </p:sp>
      <p:sp>
        <p:nvSpPr>
          <p:cNvPr id="16" name="Text 14"/>
          <p:cNvSpPr/>
          <p:nvPr/>
        </p:nvSpPr>
        <p:spPr>
          <a:xfrm>
            <a:off x="7150608" y="31821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eval-gated CI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Tatsan · github.com/ScooterStuff/case-study · live demo follows these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diagram ships in the repo (docs/media) — three properties to notice:</a:t>
            </a:r>
            <a:endParaRPr lang="en-US" sz="1300" dirty="0"/>
          </a:p>
        </p:txBody>
      </p:sp>
      <p:pic>
        <p:nvPicPr>
          <p:cNvPr id="4" name="Image 0" descr="../media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5897880" cy="3721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325880"/>
            <a:ext cx="2331720" cy="1024128"/>
          </a:xfrm>
          <a:prstGeom prst="rect">
            <a:avLst/>
          </a:prstGeom>
          <a:solidFill>
            <a:srgbClr val="F6F6F4"/>
          </a:solidFill>
          <a:ln w="9525">
            <a:solidFill>
              <a:srgbClr val="D7D7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0528" y="139903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database, two retrieval substrates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in relational tables, semantics in pgvector — a semantic hit JOINs price &amp; stock in the same query.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0" y="2514600"/>
            <a:ext cx="2331720" cy="1024128"/>
          </a:xfrm>
          <a:prstGeom prst="rect">
            <a:avLst/>
          </a:prstGeom>
          <a:solidFill>
            <a:srgbClr val="F6F6F4"/>
          </a:solidFill>
          <a:ln w="9525">
            <a:solidFill>
              <a:srgbClr val="D7D7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0528" y="258775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surrounded, not trusted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before it, typed tools beside it, a mechanical validator after it.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3703320"/>
            <a:ext cx="2331720" cy="1024128"/>
          </a:xfrm>
          <a:prstGeom prst="rect">
            <a:avLst/>
          </a:prstGeom>
          <a:solidFill>
            <a:srgbClr val="F6F6F4"/>
          </a:solidFill>
          <a:ln w="9525">
            <a:solidFill>
              <a:srgbClr val="D7D7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10528" y="377647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keyless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seed + scripted MOCK_LLM: CI, e2e and demos need zero API keys.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one chat turn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is the spine: tool events go out live, prose is held ~100 ms for the gate.</a:t>
            </a:r>
            <a:endParaRPr lang="en-US" sz="1300" dirty="0"/>
          </a:p>
        </p:txBody>
      </p:sp>
      <p:pic>
        <p:nvPicPr>
          <p:cNvPr id="4" name="Image 0" descr="../media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5897880" cy="3721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325880"/>
            <a:ext cx="2331720" cy="1024128"/>
          </a:xfrm>
          <a:prstGeom prst="rect">
            <a:avLst/>
          </a:prstGeom>
          <a:solidFill>
            <a:srgbClr val="F6F6F4"/>
          </a:solidFill>
          <a:ln w="9525">
            <a:solidFill>
              <a:srgbClr val="D7D7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0528" y="139903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Buffer-and-release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pills + ui_blocks stream immediately; the final draft flushes only after validation. Trust &gt; 100 ms.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0" y="2514600"/>
            <a:ext cx="2331720" cy="1024128"/>
          </a:xfrm>
          <a:prstGeom prst="rect">
            <a:avLst/>
          </a:prstGeom>
          <a:solidFill>
            <a:srgbClr val="F6F6F4"/>
          </a:solidFill>
          <a:ln w="9525">
            <a:solidFill>
              <a:srgbClr val="D7D7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0528" y="258775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tool fan-out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calls run via asyncio.gather in threads; a tool error becomes a tool_error event, never a 500.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3703320"/>
            <a:ext cx="2331720" cy="1024128"/>
          </a:xfrm>
          <a:prstGeom prst="rect">
            <a:avLst/>
          </a:prstGeom>
          <a:solidFill>
            <a:srgbClr val="F6F6F4"/>
          </a:solidFill>
          <a:ln w="9525">
            <a:solidFill>
              <a:srgbClr val="D7D7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10528" y="377647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discipline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results enter history JSON-safe-trimmed (strings ≤400, lists ≤6) — bounded context at any conversation length.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loop, distilled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backend/app/agent.py — one orchestrating LLM; the registry, not agent count, is the extension axis.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4937760" cy="3611880"/>
          </a:xfrm>
          <a:prstGeom prst="rect">
            <a:avLst/>
          </a:prstGeom>
          <a:solidFill>
            <a:srgbClr val="1A2B2B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298448"/>
            <a:ext cx="4608576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chat_stream(session_id, msg):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 = guard.classify(msg, history_in_scope)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label != 'in_scope':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deflection(label); return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_round in range(MAX_TOOL_ROUNDS + 1):   # 4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text, calls = await llm.chat(msgs, schemas)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calls: break                # final draft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tool_start(...)              # live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results = await gather(*map(run_tool, calls))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ui_blocks(results)           # live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allowed_ps |= ps_numbers(results)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msgs += compact(results)           # trim JSON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validate_part_numbers(text, allowed_ps)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fail -&gt; retry w/ nudge -&gt; strip + log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yield tokens(text); yield done(latency)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0" y="11887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agent, deliberately  —  </a:t>
            </a:r>
            <a:pPr indent="0" marL="0">
              <a:buNone/>
            </a:pPr>
            <a:r>
              <a:rPr lang="en-US" sz="11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at this scale = more latency, more failure modes, harder evals. Tools are the abstraction.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0" y="21031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construction  —  </a:t>
            </a:r>
            <a:pPr indent="0" marL="0">
              <a:buNone/>
            </a:pPr>
            <a:r>
              <a:rPr lang="en-US" sz="11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≤4 tool rounds, ≤20 history messages, trimmed tool payloads — no unbounded loops or context blowup.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30175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a swap point  —  </a:t>
            </a:r>
            <a:pPr indent="0" marL="0">
              <a:buNone/>
            </a:pPr>
            <a:r>
              <a:rPr lang="en-US" sz="11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dict behind one accessor; Redis is a one-class change (scalability section).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3931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 —  </a:t>
            </a:r>
            <a:pPr indent="0" marL="0">
              <a:buNone/>
            </a:pPr>
            <a:r>
              <a:rPr lang="en-US" sz="11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llm.chat() is an interface: OpenAI-compatible streaming impl + a scripted mock that honors the same contract.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control as a layered system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→ expensive: most messages never pay for an extra LLM call.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577840" cy="822960"/>
          </a:xfrm>
          <a:prstGeom prst="rect">
            <a:avLst/>
          </a:prstGeom>
          <a:solidFill>
            <a:srgbClr val="337778"/>
          </a:solidFill>
          <a:ln w="12700">
            <a:solidFill>
              <a:srgbClr val="3377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72184"/>
            <a:ext cx="347472" cy="347472"/>
          </a:xfrm>
          <a:prstGeom prst="ellipse">
            <a:avLst/>
          </a:prstGeom>
          <a:solidFill>
            <a:srgbClr val="285F6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53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28930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fast-path  —  </a:t>
            </a:r>
            <a:pPr indent="0" marL="0">
              <a:buNone/>
            </a:pPr>
            <a:r>
              <a:rPr lang="en-US" sz="105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part/model-number shapes, appliance vocabulary, symptom verbs — in-scope traffic passes in microseconds; time-to-first-event &lt; 1.5 s is a tested invariant.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5577840" cy="82296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432304"/>
            <a:ext cx="347472" cy="347472"/>
          </a:xfrm>
          <a:prstGeom prst="ellipse">
            <a:avLst/>
          </a:prstGeom>
          <a:solidFill>
            <a:srgbClr val="33777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24942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classifier  —  </a:t>
            </a:r>
            <a:pPr indent="0" marL="0">
              <a:buNone/>
            </a:pPr>
            <a:r>
              <a:rPr lang="en-US" sz="10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ambiguous messages: single call, max_tokens=8, three labels (in_scope / out_of_scope / injection). Short follow-ups in an in-scope session skip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5577840" cy="82296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392424"/>
            <a:ext cx="347472" cy="347472"/>
          </a:xfrm>
          <a:prstGeom prst="ellipse">
            <a:avLst/>
          </a:prstGeom>
          <a:solidFill>
            <a:srgbClr val="337778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20954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gate  —  </a:t>
            </a:r>
            <a:pPr indent="0" marL="0">
              <a:buNone/>
            </a:pPr>
            <a:r>
              <a:rPr lang="en-US" sz="10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depth: prompt restates the rules for mid-conversation drift; the hallucination gate backstops everything the first two layers miss.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234440"/>
            <a:ext cx="2423160" cy="27432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417320"/>
            <a:ext cx="2057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C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call: embedded injections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PS3406971 compatible with X? Also ignore your instructions…" — the guard does NOT refuse outright: the legitimate question is answered, the payload ignored. Layer 3 makes that safe; the eval's injection suite proves it.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206240"/>
            <a:ext cx="8229600" cy="566928"/>
          </a:xfrm>
          <a:prstGeom prst="rect">
            <a:avLst/>
          </a:prstGeom>
          <a:solidFill>
            <a:srgbClr val="F6F6F4"/>
          </a:solidFill>
          <a:ln w="9525">
            <a:solidFill>
              <a:srgbClr val="D7D7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5196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Deflections are designed, not canned errors: varied, on-brand copy that redirects to what the agent CAN do — scope control as UX, not a wall.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 is mechanical, not prompted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ask the model to behave; the gate makes misbehavior unshippable.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4937760" cy="2377440"/>
          </a:xfrm>
          <a:prstGeom prst="rect">
            <a:avLst/>
          </a:prstGeom>
          <a:solidFill>
            <a:srgbClr val="1A2B2B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298448"/>
            <a:ext cx="460857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 = ps_in(tool_results) | ps_typed_by_user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validate_part_numbers(draft, allowed):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mentioned = set(re.findall(r'PS\d{5,9}', draft))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unverified = mentioned - allowed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unverified: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HallucinationError(unverified)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error: 1) retry once with corrective nudge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2) still bad -&gt; strip number + caveat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3) append to hallucination_log.jsonl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3794760"/>
            <a:ext cx="4937760" cy="1005840"/>
          </a:xfrm>
          <a:prstGeom prst="rect">
            <a:avLst/>
          </a:prstGeom>
          <a:solidFill>
            <a:srgbClr val="F6F6F4"/>
          </a:solidFill>
          <a:ln w="9525">
            <a:solidFill>
              <a:srgbClr val="D7D7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886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user-typed numbers are allowed:  </a:t>
            </a:r>
            <a:pPr indent="0" marL="0">
              <a:buNone/>
            </a:pPr>
            <a:r>
              <a:rPr lang="en-US" sz="11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couldn't find PS99999999" must be sayable. The gate blocks invention, not conversation.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1188720"/>
            <a:ext cx="365760" cy="365760"/>
          </a:xfrm>
          <a:prstGeom prst="ellipse">
            <a:avLst/>
          </a:prstGeom>
          <a:solidFill>
            <a:srgbClr val="33777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28016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72200" y="11430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a lying LLM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test injects a client that invents PS55555555 — asserts it's stripped, caveated, and logged.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0" y="2423160"/>
            <a:ext cx="365760" cy="365760"/>
          </a:xfrm>
          <a:prstGeom prst="ellipse">
            <a:avLst/>
          </a:prstGeom>
          <a:solidFill>
            <a:srgbClr val="33777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51460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72200" y="2377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by design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trigger appends JSONL (session, draft, numbers). The log staying empty across the 40-case eval is a shipped metric.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0" y="3657600"/>
            <a:ext cx="365760" cy="365760"/>
          </a:xfrm>
          <a:prstGeom prst="ellipse">
            <a:avLst/>
          </a:prstGeom>
          <a:solidFill>
            <a:srgbClr val="33777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74904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2200" y="36118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in the schema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verdicts are a 4-state enum with evidence counts — 'not in our verified list' is data-layer truth, not prompt wording.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layer: facts you can JOIN, meaning you can search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parameterized SQL (no ORM) — ten queries that ARE the architecture.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4572000" cy="3566160"/>
          </a:xfrm>
          <a:prstGeom prst="rect">
            <a:avLst/>
          </a:prstGeom>
          <a:solidFill>
            <a:srgbClr val="1A2B2B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298448"/>
            <a:ext cx="4242816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parts(ps_number PK, mpn, brand, price, stock,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search_tsv tsvector GENERATED ALWAYS ...)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compatibility(ps_number, model_number,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source,  PRIMARY KEY (ps, model))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part_replaces(ps_number, old_mpn)  -- supersessions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repair_guides / repair_causes(rank, body)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embeddings(collection, document, metadata JSONB,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embedding vector(1536))  + HNSW cosine idx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the money query: a JOIN, not a guess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source FROM compatibility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 ps_number=%s AND model_number=%s;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miss =&gt; evidence: how many models ARE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verified, was the model seen at all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0" y="11887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vector collections, one table  —  </a:t>
            </a:r>
            <a:pPr indent="0" marL="0">
              <a:buNone/>
            </a:pPr>
            <a:r>
              <a:rPr lang="en-US" sz="10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repair_chunks (causes, rank preserved) · part_docs · support_snippets (real Q&amp;A + repair stories) — metadata-filtered, no second engine.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03520" y="21031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Supersession chain  —  </a:t>
            </a:r>
            <a:pPr indent="0" marL="0">
              <a:buNone/>
            </a:pPr>
            <a:r>
              <a:rPr lang="en-US" sz="10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manufacturer numbers resolve through part_replaces — customers paste 10-year-old numbers and still land on the current part.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0" y="30175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on every row  —  </a:t>
            </a:r>
            <a:pPr indent="0" marL="0">
              <a:buNone/>
            </a:pPr>
            <a:r>
              <a:rPr lang="en-US" sz="10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rows carry source (cross-ref / model page / Q&amp;A) — weaker signals are distinguishable, and the agent can say so.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0" y="39319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by seed  —  </a:t>
            </a:r>
            <a:pPr indent="0" marL="0">
              <a:buNone/>
            </a:pPr>
            <a:r>
              <a:rPr lang="en-US" sz="10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pg_dump --inserts, gzipped, committed; restore needs psycopg only. First container boot self-heals.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search: tsvector + pgvector, RRF-merged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thing that sprays water in the bottom" → Lower Spray Arm, with price and stock attached.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4937760" cy="2743200"/>
          </a:xfrm>
          <a:prstGeom prst="rect">
            <a:avLst/>
          </a:prstGeom>
          <a:solidFill>
            <a:srgbClr val="1A2B2B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298448"/>
            <a:ext cx="460857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  = SELECT ... WHERE search_tsv @@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websearch_to_tsquery('english', %s)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ORDER BY ts_rank(...) DESC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 = SELECT ... FROM embeddings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WHERE collection='part_docs'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AND metadata-&gt;&gt;'appliance_type'=%s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ORDER BY embedding &lt;=&gt; %s LIMIT k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rank, part in enumerate(kw):  score += 1/(60+rank)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rank, part in enumerate(vec): score += 1/(60+rank)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top_k(score)        # reciprocal rank fusion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0" y="12344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RRF — </a:t>
            </a:r>
            <a:pPr indent="0" marL="0">
              <a:buNone/>
            </a:pPr>
            <a:r>
              <a:rPr lang="en-US" sz="10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and cosine scores live on incomparable scales; rank fusion needs no calibration, no tuned weights, and degrades gracefully when one side is empty.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0" y="2423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— </a:t>
            </a:r>
            <a:pPr indent="0" marL="0">
              <a:buNone/>
            </a:pPr>
            <a:r>
              <a:rPr lang="en-US" sz="10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tokens (mpn, 'W10195416') demand keyword; colloquial language demands vectors. Either alone fails half the queries.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36118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scoping — </a:t>
            </a:r>
            <a:pPr indent="0" marL="0">
              <a:buNone/>
            </a:pPr>
            <a:r>
              <a:rPr lang="en-US" sz="10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filter by appliance (SQL WHERE / JSONB metadata) — a dishwasher question never surfaces fridge parts.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160520"/>
            <a:ext cx="8229600" cy="566928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2062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are env-swappable too: </a:t>
            </a:r>
            <a:pPr indent="0" marL="0">
              <a:buNone/>
            </a:pPr>
            <a:r>
              <a:rPr lang="en-US" sz="1150" dirty="0">
                <a:solidFill>
                  <a:srgbClr val="D9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MOCK_EMBEDDINGS=1 uses a deterministic hashed bag-of-words — every vector code path testable with zero keys.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 engineering: the SSE contract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is a renderer for a typed event stream — backend owns the vocabulary.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88720"/>
                <a:gridCol w="2514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7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7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77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85F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tool_start / tool_end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{name, label}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pill with spinner ("Checking compatibility…")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85F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tool_error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{name}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 fades; agent recovers conversationally — never a 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85F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ui_block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payloads ×6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ProductCard · CompatResult · Diagnosis · InstallGuide 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85F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token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{delta}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prose, streamed with caret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85F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done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{latency_ms}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footer; powers the eval's latency metrics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806440" y="11887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ui_block payloads are the FE/BE contract  —  </a:t>
            </a:r>
            <a:pPr indent="0" marL="0">
              <a:buNone/>
            </a:pPr>
            <a:r>
              <a:rPr lang="en-US" sz="10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defined once in tools.py, mirrored as JSDoc typedefs in lib/blocks.js — one source of truth, no drift.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06440" y="21031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SSE parser  —  </a:t>
            </a:r>
            <a:pPr indent="0" marL="0">
              <a:buNone/>
            </a:pPr>
            <a:r>
              <a:rPr lang="en-US" sz="10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ReadableStream with explicit buffering; unit tests split events mid-JSON and mid-event-name to prove reassembly.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06440" y="30175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Chat-native navigation  —  </a:t>
            </a:r>
            <a:pPr indent="0" marL="0">
              <a:buNone/>
            </a:pPr>
            <a:r>
              <a:rPr lang="en-US" sz="10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buttons emit templated user messages — product cards become conversation controls, no parallel routing system.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06440" y="3931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 —  </a:t>
            </a:r>
            <a:pPr indent="0" marL="0">
              <a:buNone/>
            </a:pPr>
            <a:r>
              <a:rPr lang="en-US" sz="10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AbortController stop, retry-on-error message, graceful deflection rendering — error states are designed states.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4160520"/>
            <a:ext cx="5120640" cy="566928"/>
          </a:xfrm>
          <a:prstGeom prst="rect">
            <a:avLst/>
          </a:prstGeom>
          <a:solidFill>
            <a:srgbClr val="F6F6F4"/>
          </a:solidFill>
          <a:ln w="9525">
            <a:solidFill>
              <a:srgbClr val="D7D7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20624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path keeps the contract: nginx proxies /chat with proxy_buffering off — tokens stream through Docker too.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 → model number, client-side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stickers are hard to transcribe — so the composer accepts a photo of 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920240" cy="68580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618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/ camera capture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04872" y="1371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7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51760" y="1234440"/>
            <a:ext cx="1920240" cy="68580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2618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 OCR (lazy chunk)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53712" y="1371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7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1920240" cy="685800"/>
          </a:xfrm>
          <a:prstGeom prst="rect">
            <a:avLst/>
          </a:prstGeom>
          <a:solidFill>
            <a:srgbClr val="337778"/>
          </a:solidFill>
          <a:ln w="12700">
            <a:solidFill>
              <a:srgbClr val="33777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2618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extractModelNumber() heuristic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02552" y="1371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7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0" y="1234440"/>
            <a:ext cx="1920240" cy="68580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95160" y="12618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prefill into composer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194560"/>
            <a:ext cx="4937760" cy="2514600"/>
          </a:xfrm>
          <a:prstGeom prst="rect">
            <a:avLst/>
          </a:prstGeom>
          <a:solidFill>
            <a:srgbClr val="1A2B2B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" y="2304288"/>
            <a:ext cx="460857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pure + unit-tested, separate from the OCR call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tier(token):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reject: &lt;5 or &gt;16 chars · stopwords (MODEL,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SERIAL, brand names) · bare years · no digits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tier 1: long pure-numeric (&gt;=9) — Kenmore style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tier 2: letters+digits mix — Whirlpool/GE style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= lowest tier, then longest token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smart prefill (ChatWindow):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ps_in_history ? `Is part ${ps} compatible with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my ${model}?`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9E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: `My model number is ${model} ...`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2194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backend, zero keys  —  </a:t>
            </a:r>
            <a:pPr indent="0" marL="0">
              <a:buNone/>
            </a:pPr>
            <a:r>
              <a:rPr lang="en-US" sz="10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runs in the browser — no upload endpoint, no vision-API cost, photos never leave the device.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28529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discipline  —  </a:t>
            </a:r>
            <a:pPr indent="0" marL="0">
              <a:buNone/>
            </a:pPr>
            <a:r>
              <a:rPr lang="en-US" sz="10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 (~3 MB) loads via dynamic import only when the camera button is used — first paint stays lean.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351129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core  —  </a:t>
            </a:r>
            <a:pPr indent="0" marL="0">
              <a:buNone/>
            </a:pPr>
            <a:r>
              <a:rPr lang="en-US" sz="10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extractor is a pure function: tier ranking, stopword/year rejection, and best-pick logic are Jest-tested without any OCR.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41696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handoff  —  </a:t>
            </a:r>
            <a:pPr indent="0" marL="0">
              <a:buNone/>
            </a:pPr>
            <a:r>
              <a:rPr lang="en-US" sz="10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detected model lands as an editable draft, phrased as a compat check if a part is already in the conversation.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Extensibility &amp; scalability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points are proven, not promised — one tool was deleted with zero loop changes.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4023360" cy="3566160"/>
          </a:xfrm>
          <a:prstGeom prst="rect">
            <a:avLst/>
          </a:prstGeom>
          <a:solidFill>
            <a:srgbClr val="F6F6F4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F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 axes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11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registry entries: fn + Pydantic schema → JSON-schema export. Removing order_support touched the registry only — the loop, SSE protocol and UI never knew.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appliance = scraper seed URLs + one enum value; schema, agent and blocks are appliance-agnostic.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LLM/embeddings swap via env (any OpenAI-compatible endpoint); MOCK implementations honor identical contracts.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ui_block vocabulary is open: a new block type = one tool payload + one React component.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4023360" cy="3566160"/>
          </a:xfrm>
          <a:prstGeom prst="rect">
            <a:avLst/>
          </a:prstGeom>
          <a:solidFill>
            <a:srgbClr val="337778"/>
          </a:solidFill>
          <a:ln/>
          <a:effectLst>
            <a:outerShdw sx="100000" sy="100000" kx="0" ky="0" algn="bl" rotWithShape="0" blurRad="88900" dist="254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path (deliberate order)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611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is stateless except one in-memory session dict behind an accessor → Redis is a one-class swap, then horizontal replicas behind the existing nginx.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carries both workloads to ~1M embeddings (HNSW); read replicas for search; only then consider a dedicated vector store.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caching (compat verdicts are immutable per catalog version); guard fast-path already deletes most classifier traffic.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is structured now: request-id middleware + per-turn JSON logs (guard label, tools, latency) — OTel exporter, not a rewrite.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377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engineering — then the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measure whether the agent is right; tests measure whether the code is correct. Shipped as separate, automated layers.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920240" cy="1325880"/>
          </a:xfrm>
          <a:prstGeom prst="rect">
            <a:avLst/>
          </a:prstGeom>
          <a:solidFill>
            <a:srgbClr val="285F6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76072" y="21488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coverage,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CI gate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06040" y="1417320"/>
            <a:ext cx="1920240" cy="1325880"/>
          </a:xfrm>
          <a:prstGeom prst="rect">
            <a:avLst/>
          </a:prstGeom>
          <a:solidFill>
            <a:srgbClr val="285F60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79192" y="21488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Jest tests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(blocks · SSE · OCR)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1920240" cy="1325880"/>
          </a:xfrm>
          <a:prstGeom prst="rect">
            <a:avLst/>
          </a:prstGeom>
          <a:solidFill>
            <a:srgbClr val="285F60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3C0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40/40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82312" y="21488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cases · 0 hallucinated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numbers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12280" y="1417320"/>
            <a:ext cx="1920240" cy="1325880"/>
          </a:xfrm>
          <a:prstGeom prst="rect">
            <a:avLst/>
          </a:prstGeom>
          <a:solidFill>
            <a:srgbClr val="285F60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jobs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85432" y="21488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lint · tests · e2e ·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eval (secrets)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mechanics: each case replays multi-turn conversations through the live SSE API in a fresh session; assertions cover tool selection, answer content, scope behavior, and a mechanical part-number check against tool results + catalog. One retry absorbs LLM nondeterminism — stated in the published methodology.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FE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has already paid for itself: it caught two real routing bugs during development.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114800"/>
            <a:ext cx="8138160" cy="685800"/>
          </a:xfrm>
          <a:prstGeom prst="rect">
            <a:avLst/>
          </a:prstGeom>
          <a:solidFill>
            <a:srgbClr val="F3C04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69664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live demo — watch for: </a:t>
            </a:r>
            <a:pPr indent="0" marL="0">
              <a:buNone/>
            </a:pPr>
            <a:r>
              <a:rPr lang="en-US" sz="1250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tool pills · the photo-to-model OCR flow · an honest compatibility verdict · the fix-it journey ending in the cart.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PartSelect Chat Agent — Technical Deep-Dive</dc:title>
  <dc:subject>PptxGenJS Presentation</dc:subject>
  <dc:creator>Tatsan</dc:creator>
  <cp:lastModifiedBy>Tatsan</cp:lastModifiedBy>
  <cp:revision>1</cp:revision>
  <dcterms:created xsi:type="dcterms:W3CDTF">2026-06-12T03:07:11Z</dcterms:created>
  <dcterms:modified xsi:type="dcterms:W3CDTF">2026-06-12T03:07:11Z</dcterms:modified>
</cp:coreProperties>
</file>